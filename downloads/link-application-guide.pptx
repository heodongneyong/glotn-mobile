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Nunito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Nunito-italic.fntdata"/><Relationship Id="rId10" Type="http://schemas.openxmlformats.org/officeDocument/2006/relationships/slide" Target="slides/slide5.xml"/><Relationship Id="rId32" Type="http://schemas.openxmlformats.org/officeDocument/2006/relationships/font" Target="fonts/Nunito-bold.fntdata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font" Target="fonts/Nunito-boldItalic.fntdata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601cc0f4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601cc0f4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72591652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72591652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d51bfcd5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d51bfcd5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e2af1fc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e2af1fc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e2af1fcb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e2af1fcb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e2af1fcb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e2af1fcb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e2af1fcb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e2af1fcb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72591652a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72591652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7259165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7259165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72591652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72591652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72591652a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72591652a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72591652a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72591652a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72591652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72591652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5ff2b7b8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5ff2b7b8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5ff2b7b8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5ff2b7b8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5ff2b7b8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5ff2b7b8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5ff2b7b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5ff2b7b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72591652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972591652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72591652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972591652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72591652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972591652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3" title="Global top ne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88025" y="113172"/>
            <a:ext cx="90561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LG U+ SIM Online Application Guide for Foreigners</a:t>
            </a:r>
            <a:endParaRPr b="1" i="1" sz="2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4640450" y="4288354"/>
            <a:ext cx="4112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(Step-by-Step Guide)</a:t>
            </a:r>
            <a:endParaRPr b="1"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/>
        </p:nvSpPr>
        <p:spPr>
          <a:xfrm>
            <a:off x="-75" y="125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-6675" y="631300"/>
            <a:ext cx="9144000" cy="443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Please prepare the following informations before starting the registration process:</a:t>
            </a:r>
            <a:endParaRPr b="1"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Alien Registration Card (ARC)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Valid email address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Mobile phone number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Residential address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Selected SIM  plan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Bank account details 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✔ Verification Methods: 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KakaoTalk (Name must match ARC exactly)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PASS application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Credit card verification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0" y="3888"/>
            <a:ext cx="9144000" cy="569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SIM Self Registration – Requirements</a:t>
            </a:r>
            <a:endParaRPr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 title="Screenshot 2026-04-06 at 10.40.03 AM.png"/>
          <p:cNvPicPr preferRelativeResize="0"/>
          <p:nvPr/>
        </p:nvPicPr>
        <p:blipFill rotWithShape="1">
          <a:blip r:embed="rId3">
            <a:alphaModFix/>
          </a:blip>
          <a:srcRect b="-2390" l="0" r="0" t="2390"/>
          <a:stretch/>
        </p:blipFill>
        <p:spPr>
          <a:xfrm>
            <a:off x="0" y="564900"/>
            <a:ext cx="7808952" cy="457845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0" y="3888"/>
            <a:ext cx="9144000" cy="569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ato"/>
              <a:buAutoNum type="arabicPeriod"/>
            </a:pPr>
            <a:r>
              <a:rPr lang="en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Easy self sign-in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2115150" y="2882925"/>
            <a:ext cx="19716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ato"/>
                <a:ea typeface="Lato"/>
                <a:cs typeface="Lato"/>
                <a:sym typeface="Lato"/>
              </a:rPr>
              <a:t>GLOBAL TOP NET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2115150" y="3303500"/>
            <a:ext cx="924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1234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5"/>
          <p:cNvSpPr/>
          <p:nvPr/>
        </p:nvSpPr>
        <p:spPr>
          <a:xfrm rot="-916595">
            <a:off x="1085836" y="586483"/>
            <a:ext cx="631929" cy="159607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5"/>
          <p:cNvSpPr/>
          <p:nvPr/>
        </p:nvSpPr>
        <p:spPr>
          <a:xfrm rot="-917054">
            <a:off x="3057555" y="2317929"/>
            <a:ext cx="724941" cy="161133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15"/>
          <p:cNvSpPr/>
          <p:nvPr/>
        </p:nvSpPr>
        <p:spPr>
          <a:xfrm rot="-922311">
            <a:off x="3420080" y="2779606"/>
            <a:ext cx="658663" cy="149057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5"/>
          <p:cNvSpPr/>
          <p:nvPr/>
        </p:nvSpPr>
        <p:spPr>
          <a:xfrm rot="-745793">
            <a:off x="3928968" y="3243304"/>
            <a:ext cx="433460" cy="16094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1988400" y="4504575"/>
            <a:ext cx="1178400" cy="638700"/>
          </a:xfrm>
          <a:prstGeom prst="donut">
            <a:avLst>
              <a:gd fmla="val 5155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3040075" y="4575839"/>
            <a:ext cx="759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Click</a:t>
            </a:r>
            <a:endParaRPr sz="1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6" name="Google Shape;96;p15" title="Screenshot 2026-04-06 at 10.40.2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2725" y="3634425"/>
            <a:ext cx="4041275" cy="14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/>
          <p:nvPr/>
        </p:nvSpPr>
        <p:spPr>
          <a:xfrm>
            <a:off x="5187550" y="3733750"/>
            <a:ext cx="2621400" cy="84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7808950" y="4504575"/>
            <a:ext cx="1224900" cy="638700"/>
          </a:xfrm>
          <a:prstGeom prst="donut">
            <a:avLst>
              <a:gd fmla="val 746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7055150" y="4008975"/>
            <a:ext cx="19062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    </a:t>
            </a:r>
            <a:r>
              <a:rPr lang="en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Click !</a:t>
            </a:r>
            <a:endParaRPr sz="1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4155100" y="1925000"/>
            <a:ext cx="3309600" cy="13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⚠️ </a:t>
            </a:r>
            <a:r>
              <a:rPr lang="en" sz="13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Please use the same name as your ARC.</a:t>
            </a:r>
            <a:endParaRPr sz="130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Also, check your Kakao profile and make sure your name matches your ARC exactly. </a:t>
            </a:r>
            <a:endParaRPr sz="130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This is important for identity verification.</a:t>
            </a:r>
            <a:endParaRPr sz="90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</a:t>
            </a: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Easy self sign-in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1399950" y="538800"/>
            <a:ext cx="634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7" name="Google Shape;107;p16" title="Screenshot 2026-04-06 at 10.41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13" y="605125"/>
            <a:ext cx="7357302" cy="439724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/>
          <p:nvPr/>
        </p:nvSpPr>
        <p:spPr>
          <a:xfrm>
            <a:off x="2017450" y="3949050"/>
            <a:ext cx="1508100" cy="22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ato"/>
                <a:ea typeface="Lato"/>
                <a:cs typeface="Lato"/>
                <a:sym typeface="Lato"/>
              </a:rPr>
              <a:t>GLOBAL TOP NET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2017450" y="4344125"/>
            <a:ext cx="1508100" cy="22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ato"/>
                <a:ea typeface="Lato"/>
                <a:cs typeface="Lato"/>
                <a:sym typeface="Lato"/>
              </a:rPr>
              <a:t>101-1234-4678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2017450" y="4739200"/>
            <a:ext cx="759000" cy="22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ato"/>
                <a:ea typeface="Lato"/>
                <a:cs typeface="Lato"/>
                <a:sym typeface="Lato"/>
              </a:rPr>
              <a:t>1234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198575" y="889175"/>
            <a:ext cx="759000" cy="538800"/>
          </a:xfrm>
          <a:prstGeom prst="donut">
            <a:avLst>
              <a:gd fmla="val 746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2" name="Google Shape;112;p16" title="Screenshot 2026-04-06 at 10.40.2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6000" y="2836425"/>
            <a:ext cx="3848102" cy="23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7871475" y="4381800"/>
            <a:ext cx="867600" cy="717900"/>
          </a:xfrm>
          <a:prstGeom prst="donut">
            <a:avLst>
              <a:gd fmla="val 746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5287350" y="3755250"/>
            <a:ext cx="867600" cy="610500"/>
          </a:xfrm>
          <a:prstGeom prst="donut">
            <a:avLst>
              <a:gd fmla="val 746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5" name="Google Shape;115;p16"/>
          <p:cNvCxnSpPr/>
          <p:nvPr/>
        </p:nvCxnSpPr>
        <p:spPr>
          <a:xfrm flipH="1">
            <a:off x="6222250" y="3885100"/>
            <a:ext cx="629100" cy="110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6"/>
          <p:cNvCxnSpPr/>
          <p:nvPr/>
        </p:nvCxnSpPr>
        <p:spPr>
          <a:xfrm flipH="1">
            <a:off x="8419775" y="3875100"/>
            <a:ext cx="219300" cy="506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Easy self sign-in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122" name="Google Shape;122;p17" title="Screenshot 2026-04-06 at 10.46.0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50" y="538800"/>
            <a:ext cx="8594651" cy="4533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/>
          <p:nvPr/>
        </p:nvSpPr>
        <p:spPr>
          <a:xfrm>
            <a:off x="1366225" y="919275"/>
            <a:ext cx="2100300" cy="31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20171126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830750" y="3486875"/>
            <a:ext cx="1605900" cy="25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ato"/>
                <a:ea typeface="Lato"/>
                <a:cs typeface="Lato"/>
                <a:sym typeface="Lato"/>
              </a:rPr>
              <a:t>GLOBAL TOP NET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5" name="Google Shape;125;p17"/>
          <p:cNvCxnSpPr/>
          <p:nvPr/>
        </p:nvCxnSpPr>
        <p:spPr>
          <a:xfrm flipH="1">
            <a:off x="7622400" y="3746675"/>
            <a:ext cx="519300" cy="519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7"/>
          <p:cNvSpPr txBox="1"/>
          <p:nvPr/>
        </p:nvSpPr>
        <p:spPr>
          <a:xfrm>
            <a:off x="3953975" y="689638"/>
            <a:ext cx="30000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👉 </a:t>
            </a:r>
            <a:r>
              <a:rPr b="1" lang="en" sz="1300">
                <a:solidFill>
                  <a:schemeClr val="dk2"/>
                </a:solidFill>
              </a:rPr>
              <a:t>발급일자</a:t>
            </a:r>
            <a:r>
              <a:rPr lang="en" sz="1300">
                <a:solidFill>
                  <a:schemeClr val="dk2"/>
                </a:solidFill>
              </a:rPr>
              <a:t> = Issue date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📍ARC Front side, </a:t>
            </a:r>
            <a:r>
              <a:rPr b="1" lang="en" sz="1300">
                <a:solidFill>
                  <a:schemeClr val="dk2"/>
                </a:solidFill>
              </a:rPr>
              <a:t>below your photo (bottom area)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📅 Format: YYYY.MM.DD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7" name="Google Shape;127;p17"/>
          <p:cNvCxnSpPr/>
          <p:nvPr/>
        </p:nvCxnSpPr>
        <p:spPr>
          <a:xfrm flipH="1">
            <a:off x="3577300" y="1085400"/>
            <a:ext cx="454200" cy="46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7"/>
          <p:cNvCxnSpPr/>
          <p:nvPr/>
        </p:nvCxnSpPr>
        <p:spPr>
          <a:xfrm flipH="1">
            <a:off x="3378275" y="2547375"/>
            <a:ext cx="575700" cy="50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17"/>
          <p:cNvSpPr txBox="1"/>
          <p:nvPr/>
        </p:nvSpPr>
        <p:spPr>
          <a:xfrm>
            <a:off x="3466525" y="1764850"/>
            <a:ext cx="249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Find your address here</a:t>
            </a:r>
            <a:endParaRPr sz="1500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2288125" y="1618950"/>
            <a:ext cx="1178400" cy="638700"/>
          </a:xfrm>
          <a:prstGeom prst="donut">
            <a:avLst>
              <a:gd fmla="val 5155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4. </a:t>
            </a: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Easy self sign-in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136" name="Google Shape;136;p18" title="Screenshot 2026-04-06 at 10.47.4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8800"/>
            <a:ext cx="7830426" cy="455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/>
          <p:nvPr/>
        </p:nvSpPr>
        <p:spPr>
          <a:xfrm>
            <a:off x="1790325" y="1069075"/>
            <a:ext cx="1676400" cy="322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01034563784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3705125" y="795650"/>
            <a:ext cx="3588900" cy="1211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⚠️ Altul SIM has different types—dial 114 to hear your SIM type at the start of the call  make a note and  later let us know your official SIM name.</a:t>
            </a:r>
            <a:endParaRPr sz="160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9" name="Google Shape;139;p18"/>
          <p:cNvCxnSpPr/>
          <p:nvPr/>
        </p:nvCxnSpPr>
        <p:spPr>
          <a:xfrm flipH="1">
            <a:off x="2892425" y="4341625"/>
            <a:ext cx="729300" cy="18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18"/>
          <p:cNvCxnSpPr/>
          <p:nvPr/>
        </p:nvCxnSpPr>
        <p:spPr>
          <a:xfrm flipH="1">
            <a:off x="2481050" y="3953975"/>
            <a:ext cx="631200" cy="144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18"/>
          <p:cNvSpPr txBox="1"/>
          <p:nvPr/>
        </p:nvSpPr>
        <p:spPr>
          <a:xfrm>
            <a:off x="4172250" y="2612525"/>
            <a:ext cx="22959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*Select same</a:t>
            </a:r>
            <a:endParaRPr sz="150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5. </a:t>
            </a: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Easy self sign-in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147" name="Google Shape;147;p19" title="Screenshot 2026-04-06 at 10.48.4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75" y="531475"/>
            <a:ext cx="8250900" cy="460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/>
          <p:nvPr/>
        </p:nvSpPr>
        <p:spPr>
          <a:xfrm>
            <a:off x="1901450" y="2571750"/>
            <a:ext cx="759000" cy="794400"/>
          </a:xfrm>
          <a:prstGeom prst="donut">
            <a:avLst>
              <a:gd fmla="val 746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4235225" y="3520675"/>
            <a:ext cx="28746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Choose the sim plan name</a:t>
            </a:r>
            <a:endParaRPr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flipH="1">
            <a:off x="3895025" y="3758800"/>
            <a:ext cx="340200" cy="1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6. </a:t>
            </a: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Easy self sign-in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156" name="Google Shape;156;p20" title="Screenshot 2026-04-06 at 10.49.3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75" y="538800"/>
            <a:ext cx="7752900" cy="44523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0"/>
          <p:cNvCxnSpPr/>
          <p:nvPr/>
        </p:nvCxnSpPr>
        <p:spPr>
          <a:xfrm flipH="1" rot="10800000">
            <a:off x="1341738" y="2248952"/>
            <a:ext cx="840000" cy="32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0"/>
          <p:cNvCxnSpPr/>
          <p:nvPr/>
        </p:nvCxnSpPr>
        <p:spPr>
          <a:xfrm flipH="1" rot="10800000">
            <a:off x="1218325" y="4583125"/>
            <a:ext cx="963300" cy="168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7.</a:t>
            </a: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Easy self sign-in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164" name="Google Shape;164;p21" title="Screenshot 2026-04-06 at 12.15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7325"/>
            <a:ext cx="7808274" cy="465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/>
          <p:nvPr/>
        </p:nvSpPr>
        <p:spPr>
          <a:xfrm flipH="1">
            <a:off x="1661200" y="538790"/>
            <a:ext cx="1068000" cy="538800"/>
          </a:xfrm>
          <a:prstGeom prst="donut">
            <a:avLst>
              <a:gd fmla="val 0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6" name="Google Shape;166;p21"/>
          <p:cNvCxnSpPr/>
          <p:nvPr/>
        </p:nvCxnSpPr>
        <p:spPr>
          <a:xfrm flipH="1">
            <a:off x="3242725" y="1196175"/>
            <a:ext cx="1098900" cy="385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1"/>
          <p:cNvCxnSpPr/>
          <p:nvPr/>
        </p:nvCxnSpPr>
        <p:spPr>
          <a:xfrm>
            <a:off x="830675" y="3411275"/>
            <a:ext cx="1085400" cy="144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21"/>
          <p:cNvSpPr/>
          <p:nvPr/>
        </p:nvSpPr>
        <p:spPr>
          <a:xfrm flipH="1">
            <a:off x="6122000" y="2961690"/>
            <a:ext cx="1068000" cy="538800"/>
          </a:xfrm>
          <a:prstGeom prst="donut">
            <a:avLst>
              <a:gd fmla="val 0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Easy self sign-in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174" name="Google Shape;174;p22" title="Screenshot 2026-04-06 at 10.50.3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8800"/>
            <a:ext cx="9081973" cy="460469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/>
          <p:nvPr/>
        </p:nvSpPr>
        <p:spPr>
          <a:xfrm>
            <a:off x="4618525" y="2302350"/>
            <a:ext cx="1065600" cy="538800"/>
          </a:xfrm>
          <a:prstGeom prst="donut">
            <a:avLst>
              <a:gd fmla="val 0" name="adj"/>
            </a:avLst>
          </a:prstGeom>
          <a:solidFill>
            <a:srgbClr val="FF0000"/>
          </a:solidFill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3067924" y="1916074"/>
            <a:ext cx="2248500" cy="33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ato"/>
                <a:ea typeface="Lato"/>
                <a:cs typeface="Lato"/>
                <a:sym typeface="Lato"/>
              </a:rPr>
              <a:t>GLOBAL TOP NET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3067925" y="3898600"/>
            <a:ext cx="2248500" cy="28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010-</a:t>
            </a:r>
            <a:r>
              <a:rPr lang="en" sz="1100">
                <a:latin typeface="Lato"/>
                <a:ea typeface="Lato"/>
                <a:cs typeface="Lato"/>
                <a:sym typeface="Lato"/>
              </a:rPr>
              <a:t>1234-4678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8" name="Google Shape;178;p22"/>
          <p:cNvCxnSpPr/>
          <p:nvPr/>
        </p:nvCxnSpPr>
        <p:spPr>
          <a:xfrm flipH="1" rot="10800000">
            <a:off x="2447700" y="2160450"/>
            <a:ext cx="520500" cy="220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2"/>
          <p:cNvSpPr txBox="1"/>
          <p:nvPr/>
        </p:nvSpPr>
        <p:spPr>
          <a:xfrm>
            <a:off x="1218300" y="2248475"/>
            <a:ext cx="17499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Your name </a:t>
            </a:r>
            <a:endParaRPr sz="1800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0" name="Google Shape;180;p22"/>
          <p:cNvCxnSpPr/>
          <p:nvPr/>
        </p:nvCxnSpPr>
        <p:spPr>
          <a:xfrm flipH="1" rot="10800000">
            <a:off x="2503075" y="4003050"/>
            <a:ext cx="387600" cy="15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22"/>
          <p:cNvSpPr txBox="1"/>
          <p:nvPr/>
        </p:nvSpPr>
        <p:spPr>
          <a:xfrm>
            <a:off x="1617035" y="4031519"/>
            <a:ext cx="21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Your number</a:t>
            </a:r>
            <a:endParaRPr sz="1800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5870250" y="23409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Find your address here</a:t>
            </a:r>
            <a:endParaRPr sz="1800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2784850" y="1327172"/>
            <a:ext cx="847800" cy="538800"/>
          </a:xfrm>
          <a:prstGeom prst="donut">
            <a:avLst>
              <a:gd fmla="val 746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Easy self sign-in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189" name="Google Shape;189;p23" title="Screenshot 2026-04-06 at 10.50.4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8800"/>
            <a:ext cx="8915850" cy="4452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23"/>
          <p:cNvCxnSpPr/>
          <p:nvPr/>
        </p:nvCxnSpPr>
        <p:spPr>
          <a:xfrm flipH="1" rot="10800000">
            <a:off x="5362188" y="4552677"/>
            <a:ext cx="840000" cy="32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3"/>
          <p:cNvSpPr txBox="1"/>
          <p:nvPr/>
        </p:nvSpPr>
        <p:spPr>
          <a:xfrm>
            <a:off x="7941200" y="4275150"/>
            <a:ext cx="8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Click</a:t>
            </a:r>
            <a:endParaRPr sz="1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2166875" y="560951"/>
            <a:ext cx="1520100" cy="18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Global topnet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2166875" y="1952450"/>
            <a:ext cx="1632000" cy="32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ato"/>
                <a:ea typeface="Lato"/>
                <a:cs typeface="Lato"/>
                <a:sym typeface="Lato"/>
              </a:rPr>
              <a:t>01034563784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10.</a:t>
            </a: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Easy self sign-in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199" name="Google Shape;199;p24" title="Screenshot 2026-04-13 at 4.40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8800"/>
            <a:ext cx="8218076" cy="455597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4"/>
          <p:cNvSpPr/>
          <p:nvPr/>
        </p:nvSpPr>
        <p:spPr>
          <a:xfrm>
            <a:off x="4640675" y="3023625"/>
            <a:ext cx="2946000" cy="14949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Please scroll down and review your information.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11. Easy self sign-in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206" name="Google Shape;206;p25" title="Screenshot 2026-04-13 at 4.40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6875"/>
            <a:ext cx="7797202" cy="45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/>
          <p:nvPr/>
        </p:nvSpPr>
        <p:spPr>
          <a:xfrm>
            <a:off x="2031725" y="3265397"/>
            <a:ext cx="847800" cy="538800"/>
          </a:xfrm>
          <a:prstGeom prst="donut">
            <a:avLst>
              <a:gd fmla="val 746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8" name="Google Shape;208;p25"/>
          <p:cNvCxnSpPr/>
          <p:nvPr/>
        </p:nvCxnSpPr>
        <p:spPr>
          <a:xfrm>
            <a:off x="1417675" y="4341625"/>
            <a:ext cx="864000" cy="57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Easy self sign-in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214" name="Google Shape;214;p26" title="Screenshot 2026-04-06 at 10.53.5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8800"/>
            <a:ext cx="8693827" cy="452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6"/>
          <p:cNvSpPr/>
          <p:nvPr/>
        </p:nvSpPr>
        <p:spPr>
          <a:xfrm>
            <a:off x="5870050" y="3743550"/>
            <a:ext cx="1827600" cy="1107600"/>
          </a:xfrm>
          <a:prstGeom prst="donut">
            <a:avLst>
              <a:gd fmla="val 9391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6" name="Google Shape;216;p26"/>
          <p:cNvCxnSpPr/>
          <p:nvPr/>
        </p:nvCxnSpPr>
        <p:spPr>
          <a:xfrm flipH="1" rot="10800000">
            <a:off x="1341763" y="2410352"/>
            <a:ext cx="840000" cy="32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26"/>
          <p:cNvSpPr txBox="1"/>
          <p:nvPr/>
        </p:nvSpPr>
        <p:spPr>
          <a:xfrm>
            <a:off x="5116925" y="2469850"/>
            <a:ext cx="402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Insert your account information</a:t>
            </a:r>
            <a:endParaRPr sz="1800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8" name="Google Shape;218;p26"/>
          <p:cNvCxnSpPr/>
          <p:nvPr/>
        </p:nvCxnSpPr>
        <p:spPr>
          <a:xfrm flipH="1" rot="10800000">
            <a:off x="1341763" y="3570627"/>
            <a:ext cx="840000" cy="32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26"/>
          <p:cNvSpPr/>
          <p:nvPr/>
        </p:nvSpPr>
        <p:spPr>
          <a:xfrm>
            <a:off x="2020625" y="1105650"/>
            <a:ext cx="759000" cy="538800"/>
          </a:xfrm>
          <a:prstGeom prst="donut">
            <a:avLst>
              <a:gd fmla="val 746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3090075" y="3034699"/>
            <a:ext cx="2026800" cy="32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123456789022336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13. Easy self sign-in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226" name="Google Shape;226;p27" title="Screenshot 2026-04-14 at 1.51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8800"/>
            <a:ext cx="8962376" cy="4604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7"/>
          <p:cNvSpPr/>
          <p:nvPr/>
        </p:nvSpPr>
        <p:spPr>
          <a:xfrm>
            <a:off x="5898250" y="1748025"/>
            <a:ext cx="2665800" cy="13584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Please choose one  verification platform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8" title="Screenshot 2026-04-14 at 1.52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8800"/>
            <a:ext cx="9067151" cy="454182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14. Easy self sign-in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34" name="Google Shape;234;p28"/>
          <p:cNvSpPr/>
          <p:nvPr/>
        </p:nvSpPr>
        <p:spPr>
          <a:xfrm>
            <a:off x="5277775" y="2413525"/>
            <a:ext cx="759000" cy="538800"/>
          </a:xfrm>
          <a:prstGeom prst="donut">
            <a:avLst>
              <a:gd fmla="val 746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3600525" y="2914598"/>
            <a:ext cx="1920300" cy="31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Global topnet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3600525" y="3253675"/>
            <a:ext cx="1920300" cy="31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12343427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p28"/>
          <p:cNvSpPr/>
          <p:nvPr/>
        </p:nvSpPr>
        <p:spPr>
          <a:xfrm>
            <a:off x="3600525" y="3607275"/>
            <a:ext cx="1920300" cy="25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010-1234-5678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" name="Google Shape;238;p28"/>
          <p:cNvSpPr txBox="1"/>
          <p:nvPr/>
        </p:nvSpPr>
        <p:spPr>
          <a:xfrm>
            <a:off x="6262725" y="2049850"/>
            <a:ext cx="28044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⚠️ </a:t>
            </a:r>
            <a:r>
              <a:rPr lang="en" sz="15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Please use the same name as your ARC.</a:t>
            </a:r>
            <a:endParaRPr sz="150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Also, check your Kakao profile and make sure your name matches your ARC exactly. </a:t>
            </a:r>
            <a:endParaRPr sz="150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This is important for identity verification.</a:t>
            </a:r>
            <a:endParaRPr sz="110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15. Easy self sign-in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244" name="Google Shape;244;p29" title="Screenshot 2026-04-14 at 1.52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" y="538791"/>
            <a:ext cx="8979123" cy="458824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9"/>
          <p:cNvSpPr txBox="1"/>
          <p:nvPr/>
        </p:nvSpPr>
        <p:spPr>
          <a:xfrm>
            <a:off x="905475" y="1459576"/>
            <a:ext cx="1899000" cy="15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Check Kakao and accept the request to complete verification.</a:t>
            </a:r>
            <a:endParaRPr sz="180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6" name="Google Shape;246;p29"/>
          <p:cNvSpPr/>
          <p:nvPr/>
        </p:nvSpPr>
        <p:spPr>
          <a:xfrm>
            <a:off x="5227469" y="1721876"/>
            <a:ext cx="947400" cy="617100"/>
          </a:xfrm>
          <a:prstGeom prst="donut">
            <a:avLst>
              <a:gd fmla="val 746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7" name="Google Shape;247;p29"/>
          <p:cNvCxnSpPr/>
          <p:nvPr/>
        </p:nvCxnSpPr>
        <p:spPr>
          <a:xfrm flipH="1" rot="10800000">
            <a:off x="2502600" y="2209075"/>
            <a:ext cx="383400" cy="129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29"/>
          <p:cNvCxnSpPr/>
          <p:nvPr/>
        </p:nvCxnSpPr>
        <p:spPr>
          <a:xfrm flipH="1" rot="10800000">
            <a:off x="2508150" y="2411950"/>
            <a:ext cx="372300" cy="103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9" name="Google Shape;249;p29"/>
          <p:cNvSpPr/>
          <p:nvPr/>
        </p:nvSpPr>
        <p:spPr>
          <a:xfrm>
            <a:off x="4015859" y="4439729"/>
            <a:ext cx="947400" cy="617100"/>
          </a:xfrm>
          <a:prstGeom prst="donut">
            <a:avLst>
              <a:gd fmla="val 746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29"/>
          <p:cNvSpPr txBox="1"/>
          <p:nvPr/>
        </p:nvSpPr>
        <p:spPr>
          <a:xfrm>
            <a:off x="6413650" y="1873800"/>
            <a:ext cx="12576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Select all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2984300" y="955749"/>
            <a:ext cx="1832100" cy="22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Global topnet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2973221" y="1233074"/>
            <a:ext cx="1832100" cy="22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012344632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29"/>
          <p:cNvSpPr/>
          <p:nvPr/>
        </p:nvSpPr>
        <p:spPr>
          <a:xfrm>
            <a:off x="2984300" y="1510399"/>
            <a:ext cx="1832100" cy="22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012344632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16. Easy self sign-in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259" name="Google Shape;259;p30" title="Screenshot 2026-04-14 at 1.53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6800"/>
            <a:ext cx="4929701" cy="463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 title="Screenshot 2026-04-14 at 1.54.1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506800"/>
            <a:ext cx="4572001" cy="46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0"/>
          <p:cNvSpPr/>
          <p:nvPr/>
        </p:nvSpPr>
        <p:spPr>
          <a:xfrm>
            <a:off x="6304659" y="2263204"/>
            <a:ext cx="947400" cy="617100"/>
          </a:xfrm>
          <a:prstGeom prst="donut">
            <a:avLst>
              <a:gd fmla="val 746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2344759" y="4441204"/>
            <a:ext cx="947400" cy="617100"/>
          </a:xfrm>
          <a:prstGeom prst="donut">
            <a:avLst>
              <a:gd fmla="val 746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" name="Google Shape;263;p30"/>
          <p:cNvSpPr/>
          <p:nvPr/>
        </p:nvSpPr>
        <p:spPr>
          <a:xfrm>
            <a:off x="6241425" y="3005600"/>
            <a:ext cx="1215900" cy="25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Global topnet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6241350" y="3382300"/>
            <a:ext cx="1215900" cy="25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19980101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30"/>
          <p:cNvSpPr/>
          <p:nvPr/>
        </p:nvSpPr>
        <p:spPr>
          <a:xfrm>
            <a:off x="6250050" y="3759000"/>
            <a:ext cx="1215900" cy="25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01012341234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17</a:t>
            </a: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Easy self sign-in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271" name="Google Shape;271;p31" title="Screenshot 2026-04-06 at 11.09.5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8800"/>
            <a:ext cx="8904776" cy="4604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31"/>
          <p:cNvCxnSpPr/>
          <p:nvPr/>
        </p:nvCxnSpPr>
        <p:spPr>
          <a:xfrm flipH="1" rot="10800000">
            <a:off x="5971363" y="4711402"/>
            <a:ext cx="840000" cy="32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3" name="Google Shape;273;p31"/>
          <p:cNvSpPr/>
          <p:nvPr/>
        </p:nvSpPr>
        <p:spPr>
          <a:xfrm>
            <a:off x="5181250" y="1018650"/>
            <a:ext cx="3043200" cy="15531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Thank you for your patience. Process complete—please check your details.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18.  Easy self sign-in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79" name="Google Shape;279;p32"/>
          <p:cNvSpPr txBox="1"/>
          <p:nvPr/>
        </p:nvSpPr>
        <p:spPr>
          <a:xfrm>
            <a:off x="177200" y="653450"/>
            <a:ext cx="7265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80" name="Google Shape;280;p32"/>
          <p:cNvSpPr/>
          <p:nvPr/>
        </p:nvSpPr>
        <p:spPr>
          <a:xfrm>
            <a:off x="265800" y="930325"/>
            <a:ext cx="6811500" cy="33558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b="1" lang="en" sz="1700">
                <a:solidFill>
                  <a:schemeClr val="dk2"/>
                </a:solidFill>
              </a:rPr>
              <a:t>After Registration – Please Send Details</a:t>
            </a:r>
            <a:endParaRPr b="1" sz="17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After completing the registration, please check your all details. If all good, send us the following information: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Model Name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Serial Number  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IMEI 1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IMEI 2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EID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👉 You can find these details on your phone:</a:t>
            </a:r>
            <a:br>
              <a:rPr lang="en" sz="1500">
                <a:solidFill>
                  <a:schemeClr val="dk2"/>
                </a:solidFill>
              </a:rPr>
            </a:br>
            <a:r>
              <a:rPr b="1" lang="en" sz="1500">
                <a:solidFill>
                  <a:schemeClr val="dk2"/>
                </a:solidFill>
              </a:rPr>
              <a:t>Settings → About Phone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  📸 Please take a screenshot and send it to us.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 txBox="1"/>
          <p:nvPr/>
        </p:nvSpPr>
        <p:spPr>
          <a:xfrm>
            <a:off x="0" y="0"/>
            <a:ext cx="9144000" cy="5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19.  Easy self sign-in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86" name="Google Shape;286;p33"/>
          <p:cNvSpPr/>
          <p:nvPr/>
        </p:nvSpPr>
        <p:spPr>
          <a:xfrm>
            <a:off x="310100" y="1220600"/>
            <a:ext cx="6512400" cy="1871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1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</a:rPr>
              <a:t>Need Help? We’re Here for You! </a:t>
            </a:r>
            <a:br>
              <a:rPr b="1" lang="en" sz="2000">
                <a:solidFill>
                  <a:schemeClr val="dk2"/>
                </a:solidFill>
              </a:rPr>
            </a:br>
            <a:r>
              <a:rPr lang="en" sz="2000">
                <a:solidFill>
                  <a:schemeClr val="dk2"/>
                </a:solidFill>
              </a:rPr>
              <a:t>If you face any issues during registration, don’t worry.</a:t>
            </a:r>
            <a:br>
              <a:rPr lang="en" sz="2000">
                <a:solidFill>
                  <a:schemeClr val="dk2"/>
                </a:solidFill>
              </a:rPr>
            </a:br>
            <a:r>
              <a:rPr lang="en" sz="2000">
                <a:solidFill>
                  <a:schemeClr val="dk2"/>
                </a:solidFill>
              </a:rPr>
              <a:t>We can assist you step by step.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</a:rPr>
              <a:t>📩 Contact us anytime : 010-5899-3887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